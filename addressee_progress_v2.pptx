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Thinking Mode 的影響（準確度）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 candidate vs GPT-5 golden (transcript only)．指標：Cohen's kappa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219456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模型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Thinking 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kappa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Thinking OFF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kappa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變化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Qwen3-4B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0.587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-0.303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Qwen3-14B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0.616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0.178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-0.438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2004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原因：關掉 thinking 後，模型大量輸出 UNKNOWN（放棄判斷）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11880"/>
          <a:ext cx="73152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37744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輸出 UNKNOWN 次數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佔比 (共 236 句)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Golden (GPT-5)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Qwen3-4B (no think)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Qwen3-14B (no think)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結論：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不能關 thinking。模型越大越「聽話」地遵守 prompt 中「不確定就選 UNKNOWN」的指示，反而分數更低——測到的不是真實判斷能力。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註：Thinking ON 於 30 句子集、OFF 於 236 句完整會議，兩組資料與 window 設定不同，數值不宜直接相減；但 UNKNOWN 比例的差異足以說明趨勢。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模型大小比較（準確度，Thinking ON）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 ES2002a 前 30 句．Qwen3 candidate vs GPT-5 golden，皆為 transcript only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8412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01168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模型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 match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kappa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 F1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Qwen3-4B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0.587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Qwen3-8B *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0.567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0.466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0.452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Qwen3-14B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0.616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0.515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5204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4B → 14B：主要弱點（GROUP 被誤判為 B）確實改善</a:t>
            </a:r>
            <a:endParaRPr lang="en-US" sz="15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749808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194560"/>
                <a:gridCol w="21945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Qwen3-4B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Qwen3-14B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 誤判為 B 的次數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 recall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0.429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0.643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結論：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模型越大越準，方向正確，但 kappa 0.616 仍未達可信門檻 0.75。下一步：跑 32B、擴大測試樣本。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8B 使用不同推論引擎與 token 上限（vLLM / 4096，其餘為 HF / 8192），不可與 4B、14B 直接比較；4B vs 14B 為同設定的乾淨對照。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推論引擎比較：HuggingFace vs vLLM（速度）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同一份 4.1 分鐘 AMI 音檔逐字稿．H100 NVL 單卡．所有模型設定完全相同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96926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1828800"/>
                <a:gridCol w="1828800"/>
                <a:gridCol w="21945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模型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tok/s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vLLM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tok/s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加速倍數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vLLM 生成時間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Qwen3-4B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282.9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16.3x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 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Qwen3-8B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失敗 *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188.3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18.1 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Qwen3-14B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114.1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6.9x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25.8 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Qwen3-32B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52.2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52.5 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931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關鍵發現：HF 測到的是框架開銷，不是模型速度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43159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HF：4B 與 14B 只差 5%（17.4 vs 16.5）——參數量差 3.5 倍卻幾乎同速，代表瓶頸在 Python 逐 token 開銷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vLLM：4B → 32B 拉開 5.4 倍差距——參數量翻倍、速度大致減半，符合記憶體頻寬受限的理論預期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52852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結論：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大量標註務必使用 vLLM。先前以 HF 得出的速度數據不具參考價值，已作廢。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8B 在 HF 因 token 上限不足導致整個 window 解析失敗（fail=38），無有效速度數據。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表中為純生成時間，不含一次性模型載入（vLLM 需額外編譯 CUDA graph，約 90–180 秒）。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200 小時語料的處理時間估算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由 4.1 分鐘實測生成時間線性外推．單張 H100 NVL，循序處理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9509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560320"/>
                <a:gridCol w="237744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模型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處理 1 小時音檔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所需時間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vLLM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 小時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 小時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Qwen3-4B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 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 小時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154.7 小時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Qwen3-8B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 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14.7 小時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Qwen3-14B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 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21.0 小時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179.1 小時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Qwen3-32B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12.8 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42.7 小時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189.3 小時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931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實務意涵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43159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即使是最大的 32B，200 小時語料也只需 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 1.8 天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即可標註完成——模型大小不再是瓶頸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準確度優先於速度：42.7 小時與 9.2 小時的差距，遠小於標註品質不足需重做的代價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52852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結論：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 32B 標註全部語料在時間上完全可行，應以準確度為選型依據。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估算僅計生成時間，不含一次性模型載入。本次為循序處理，未使用 vLLM 的連續批次（continuous batching）——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實際批次處理可再快數倍，故上表為保守上限。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2026-08-19T13:34:41Z</dcterms:created>
  <dcterms:modified xsi:type="dcterms:W3CDTF">2026-08-19T13:34:41Z</dcterms:modified>
</cp:coreProperties>
</file>